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E8EFF6"/>
                </a:solidFill>
              </a:defRPr>
            </a:pPr>
            <a:r>
              <a:t>VitaTwin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Advanced Health Monitoring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1: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11D35"/>
          </a:solidFill>
          <a:ln>
            <a:solidFill>
              <a:srgbClr val="1E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8EFF6"/>
                </a:solidFill>
              </a:defRPr>
            </a:pPr>
            <a:r>
              <a:t>Login &amp; Sign Up Page</a:t>
            </a:r>
          </a:p>
          <a:p>
            <a:pPr>
              <a:defRPr sz="1300">
                <a:solidFill>
                  <a:srgbClr val="E8EFF6"/>
                </a:solidFill>
              </a:defRPr>
            </a:pPr>
          </a:p>
          <a:p>
            <a:pPr>
              <a:defRPr sz="1300">
                <a:solidFill>
                  <a:srgbClr val="E8EFF6"/>
                </a:solidFill>
              </a:defRPr>
            </a:pPr>
            <a:r>
              <a:t>Sign In tab - Login with email and password</a:t>
            </a:r>
          </a:p>
          <a:p>
            <a:pPr>
              <a:defRPr sz="1300">
                <a:solidFill>
                  <a:srgbClr val="E8EFF6"/>
                </a:solidFill>
              </a:defRPr>
            </a:pPr>
            <a:r>
              <a:t>Sign Up tab - Create new account</a:t>
            </a:r>
          </a:p>
          <a:p>
            <a:pPr>
              <a:defRPr sz="1300">
                <a:solidFill>
                  <a:srgbClr val="E8EFF6"/>
                </a:solidFill>
              </a:defRPr>
            </a:pPr>
            <a:r>
              <a:t>Email validation and password requirements</a:t>
            </a:r>
          </a:p>
          <a:p>
            <a:pPr>
              <a:defRPr sz="1300">
                <a:solidFill>
                  <a:srgbClr val="E8EFF6"/>
                </a:solidFill>
              </a:defRPr>
            </a:pPr>
            <a:r>
              <a:t>Error handling with clear messages</a:t>
            </a:r>
          </a:p>
          <a:p>
            <a:pPr>
              <a:defRPr sz="1300">
                <a:solidFill>
                  <a:srgbClr val="E8EFF6"/>
                </a:solidFill>
              </a:defRPr>
            </a:pPr>
            <a:r>
              <a:t>Demo mode - Use any email/password (min 6 chars)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2: User Profile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Profile Card: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Avatar with name, Email, Premium status, Member date, Logout button</a:t>
            </a:r>
          </a:p>
          <a:p>
            <a:pPr>
              <a:defRPr sz="1200">
                <a:solidFill>
                  <a:srgbClr val="E8EFF6"/>
                </a:solidFill>
              </a:defRPr>
            </a:pP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Health Stats: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Health Score: 87, Risk Level: Low, Age: 24 years, Height: 5 ft 10 in, Weight: 72 kg, Blood Type: O+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3: Health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4 Key Metrics: Health Score, Age Estimate, Risk Level, Conditions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Digital Twin Status: Visual representation with organ health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Organ Health: Heart 98%, Brain 96%, Lungs 94%, Immune 90%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Today Activity: Steps 8432, Calories 1234, Sleep 7h 45m, Stress Low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Weekly Trend: Line chart showing heart rate and sleep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4: Vitals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Track and Log: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Weight, Blood Pressure (Systolic/Diastolic), Heart Rate, Mood (1-10 scale)</a:t>
            </a:r>
          </a:p>
          <a:p>
            <a:pPr>
              <a:defRPr sz="1200">
                <a:solidFill>
                  <a:srgbClr val="E8EFF6"/>
                </a:solidFill>
              </a:defRPr>
            </a:pP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Data Display: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Historical tracking, Trend visualization, Health insights, Progress analysis, Chart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5: Progress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7-Day Health Trends: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Weight trend line chart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Blood pressure trends (systolic and diastolic)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Heart rate patterns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Mood tracking over 7 days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Average metrics calculation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Week-over-week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6: Doctor Appointments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Appointment Management: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Add new appointments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Doctor name and specialty selection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Date and time scheduling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Location and notes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Upcoming appointments list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Delete and edit appointments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Calendar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7: Treatment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AI-Powered Treatment Prediction: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Effectiveness prediction (0-100%)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Likely side effects list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Drug interaction severity assessment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Estimated onset time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Cost analysis (generic vs brand)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Dosage calculator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Personalized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8: Symptom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Log and Monitor Symptoms: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Symptom name and description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Duration tracking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Severity rating (1-10 scale)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Associated conditions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When to see doctor alert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Symptom history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Pattern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9: Drug Interaction 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Check Drug Safety: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Check drug interactions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Contraindication alerts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Allergy detection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Interaction severity (None/Mild/Moderate/Severe)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Alternative medication suggestions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Detailed risk explanation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When to contact doctor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10: Digital Twin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Simulate Health Scenarios: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Weight Loss - Fitness Plan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High Stress - Work Pressure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Better Sleep - 8+ Hours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New Medication - Treatment effects</a:t>
            </a:r>
          </a:p>
          <a:p>
            <a:pPr>
              <a:defRPr sz="1200">
                <a:solidFill>
                  <a:srgbClr val="E8EFF6"/>
                </a:solidFill>
              </a:defRPr>
            </a:pP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Predicted Changes: Energy levels, Immunity, Heart health, Mental clarity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11: AI Diagnosis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AI-Powered Analysis: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Symptom Analysis (Completed)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AI Processing (Completed)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Deep Scan (In Progress)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Cross-Check (Pending)</a:t>
            </a:r>
          </a:p>
          <a:p>
            <a:pPr>
              <a:defRPr sz="1200">
                <a:solidFill>
                  <a:srgbClr val="E8EFF6"/>
                </a:solidFill>
              </a:defRPr>
            </a:pP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Top Findings: Viral Pneumonia 86%, Bronchitis 45%, Cold/Flu 23%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12: Medication Reminders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Never Miss Medication: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Add medications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Set reminder times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Dosage tracking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Browser notifications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Voice reminders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Alert 5 minutes before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Text-to-speech support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Upcoming list and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Step 13: User Settings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FF6"/>
                </a:solidFill>
              </a:defRPr>
            </a:pPr>
            <a:r>
              <a:t>Personalization: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Notification preferences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Voice reminder toggle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Privacy settings</a:t>
            </a:r>
          </a:p>
          <a:p>
            <a:pPr>
              <a:defRPr sz="1200">
                <a:solidFill>
                  <a:srgbClr val="E8EFF6"/>
                </a:solidFill>
              </a:defRPr>
            </a:pP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Data Management: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Export health data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View statistics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Download as JSON</a:t>
            </a:r>
          </a:p>
          <a:p>
            <a:pPr>
              <a:defRPr sz="1200">
                <a:solidFill>
                  <a:srgbClr val="E8EFF6"/>
                </a:solidFill>
              </a:defRPr>
            </a:pPr>
            <a:r>
              <a:t>Clear data option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FF6"/>
                </a:solidFill>
              </a:defRPr>
            </a:pPr>
            <a:r>
              <a:t>Complete Feature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8EFF6"/>
                </a:solidFill>
              </a:defRPr>
            </a:pPr>
            <a:r>
              <a:t>Professional Authentication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Real-time Health Dashboard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Vitals and Weight Tracking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AI-Powered Diagnostics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Treatment Simulator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Drug Interaction Checker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Digital Twin Simulations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Appointment Calendar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Medication Reminders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Progress Analytics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Symptom Tracking</a:t>
            </a:r>
          </a:p>
          <a:p>
            <a:pPr>
              <a:defRPr sz="1400">
                <a:solidFill>
                  <a:srgbClr val="E8EFF6"/>
                </a:solidFill>
              </a:defRPr>
            </a:pPr>
            <a:r>
              <a:t>User Profile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EA5E9"/>
                </a:solidFill>
              </a:defRPr>
            </a:pPr>
            <a:r>
              <a:t>Ready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EFF6"/>
                </a:solidFill>
              </a:defRPr>
            </a:pPr>
            <a:r>
              <a:t>VitaTwin AI - Complete Health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